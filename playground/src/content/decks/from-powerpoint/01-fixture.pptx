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speaker notes.
Second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AND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46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Astlide import fixture</a:t>
            </a:r>
            <a:endParaRPr lang="en-US" sz="12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457200" y="1463040"/>
            <a:ext cx="11247120" cy="4572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rgbClr val="334155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r-hashi01/astlide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Imported from PowerPoint</a:t>
            </a:r>
            <a:endParaRPr lang="en-US" sz="36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457200" y="1463040"/>
            <a:ext cx="11247120" cy="45720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Bullets keep their levels</a:t>
            </a:r>
            <a:endParaRPr lang="en-US" sz="2000" dirty="0"/>
          </a:p>
          <a:p>
            <a:pPr lvl="1" marL="6858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Second level item</a:t>
            </a:r>
            <a:endParaRPr lang="en-US" sz="20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334155"/>
                </a:solidFill>
              </a:rPr>
              <a:t>Numbered</a:t>
            </a:r>
            <a:endParaRPr lang="en-US" sz="20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334155"/>
                </a:solidFill>
              </a:rPr>
              <a:t>and again</a:t>
            </a:r>
            <a:pPr indent="0" marL="0">
              <a:buNone/>
            </a:pPr>
            <a:r>
              <a:rPr lang="en-US" sz="2000" b="1" dirty="0">
                <a:solidFill>
                  <a:srgbClr val="334155"/>
                </a:solidFill>
              </a:rPr>
              <a:t>Bold, </a:t>
            </a:r>
            <a:pPr indent="0" marL="0">
              <a:buNone/>
            </a:pPr>
            <a:r>
              <a:rPr lang="en-US" sz="2000" i="1" dirty="0">
                <a:solidFill>
                  <a:srgbClr val="334155"/>
                </a:solidFill>
              </a:rPr>
              <a:t>italic, </a:t>
            </a:r>
            <a:pPr indent="0" marL="0">
              <a:buNone/>
            </a:pPr>
            <a:r>
              <a:rPr lang="en-US" sz="2000" dirty="0">
                <a:solidFill>
                  <a:srgbClr val="DC2626"/>
                </a:solidFill>
              </a:rPr>
              <a:t>colored</a:t>
            </a:r>
            <a:pPr indent="0" marL="0">
              <a:buNone/>
            </a:pPr>
            <a:r>
              <a:rPr lang="en-US" sz="2000" u="sng" dirty="0">
                <a:solidFill>
                  <a:srgbClr val="334155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and a link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Shapes, image, table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2743200" cy="1280160"/>
          </a:xfrm>
          <a:prstGeom prst="roundRect">
            <a:avLst>
              <a:gd name="adj" fmla="val 14286"/>
            </a:avLst>
          </a:prstGeom>
          <a:solidFill>
            <a:srgbClr val="DBEAFE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E3A8A"/>
                </a:solidFill>
              </a:rPr>
              <a:t>Rounded box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91840" y="2286000"/>
            <a:ext cx="1280160" cy="0"/>
          </a:xfrm>
          <a:prstGeom prst="line">
            <a:avLst/>
          </a:prstGeom>
          <a:noFill/>
          <a:ln w="3810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663440" y="1645920"/>
            <a:ext cx="1463040" cy="1280160"/>
          </a:xfrm>
          <a:prstGeom prst="ellipse">
            <a:avLst/>
          </a:prstGeom>
          <a:solidFill>
            <a:srgbClr val="DCFCE7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200000">
            <a:off x="6400800" y="1645920"/>
            <a:ext cx="1280160" cy="1280160"/>
          </a:xfrm>
          <a:prstGeom prst="triangle">
            <a:avLst/>
          </a:prstGeom>
          <a:solidFill>
            <a:srgbClr val="FDE68A"/>
          </a:solidFill>
          <a:ln/>
        </p:spPr>
      </p:sp>
      <p:sp>
        <p:nvSpPr>
          <p:cNvPr id="8" name="Shape 6"/>
          <p:cNvSpPr/>
          <p:nvPr/>
        </p:nvSpPr>
        <p:spPr>
          <a:xfrm>
            <a:off x="7955280" y="1828800"/>
            <a:ext cx="1463040" cy="914400"/>
          </a:xfrm>
          <a:prstGeom prst="rightArrow">
            <a:avLst/>
          </a:prstGeom>
          <a:solidFill>
            <a:srgbClr val="FCA5A5"/>
          </a:solidFill>
          <a:ln/>
        </p:spPr>
      </p:sp>
      <p:pic>
        <p:nvPicPr>
          <p:cNvPr id="9" name="Image 0" descr="/private/tmp/claude-501/-Users-ryuseihashimoto-Documents-others-astlide-repo/d40a9b05-a46a-493e-bab4-7b834f5be71b/scratchpad/pptxin/pho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0" y="1645920"/>
            <a:ext cx="2011680" cy="1280160"/>
          </a:xfrm>
          <a:prstGeom prst="rect">
            <a:avLst/>
          </a:prstGeom>
        </p:spPr>
      </p:pic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383280"/>
          <a:ext cx="64008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200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Format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Import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PowerPoint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Google Slides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✓ (as .pptx)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Keynote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✓ (as .pptx)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2"/>
          <p:cNvSpPr/>
          <p:nvPr>
            <p:ph idx="103" type="body" hasCustomPrompt="1"/>
          </p:nvPr>
        </p:nvSpPr>
        <p:spPr>
          <a:xfrm>
            <a:off x="457200" y="1463040"/>
            <a:ext cx="11247120" cy="45720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Plain slide, dark background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365760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4A3B8"/>
                </a:solidFill>
              </a:rPr>
              <a:t>centered subtitle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Fixture deck</dc:title>
  <dc:subject>PptxGenJS Presentation</dc:subject>
  <dc:creator>Astlide</dc:creator>
  <cp:lastModifiedBy>Astlide</cp:lastModifiedBy>
  <cp:revision>1</cp:revision>
  <dcterms:created xsi:type="dcterms:W3CDTF">2026-10-19T02:39:18Z</dcterms:created>
  <dcterms:modified xsi:type="dcterms:W3CDTF">2026-10-19T02:39:18Z</dcterms:modified>
</cp:coreProperties>
</file>
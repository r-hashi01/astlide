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46120"/>
            <a:ext cx="128016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097280"/>
            <a:ext cx="3840480" cy="3840480"/>
          </a:xfrm>
          <a:prstGeom prst="rect">
            <a:avLst>
              <a:gd name="adj" fmla="val 50000"/>
            </a:avLst>
          </a:prstGeom>
          <a:solidFill>
            <a:srgbClr val="1D3461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463040"/>
            <a:ext cx="91440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3520440"/>
            <a:ext cx="91440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600200"/>
            <a:ext cx="1106424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64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ED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EDD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89320" y="1691640"/>
            <a:ext cx="18288" cy="43891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48640" y="1600200"/>
            <a:ext cx="521208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6263640" y="1600200"/>
            <a:ext cx="534924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46304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35204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Astlide Brand</dc:title>
  <dc:subject>PptxGenJS Presentation</dc:subject>
  <dc:creator>PptxGenJS</dc:creator>
  <cp:lastModifiedBy>PptxGenJS</cp:lastModifiedBy>
  <cp:revision>1</cp:revision>
  <dcterms:created xsi:type="dcterms:W3CDTF">2026-10-19T06:38:01Z</dcterms:created>
  <dcterms:modified xsi:type="dcterms:W3CDTF">2026-10-19T06:38:01Z</dcterms:modified>
</cp:coreProperties>
</file>